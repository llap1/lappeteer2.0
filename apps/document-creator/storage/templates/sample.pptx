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7" roundtripDataSignature="AMtx7mgWZYkAfTJZL8m2Biz8iGfg0xxG9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0" y="0"/>
            <a:ext cx="4613700" cy="34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{{ paris_map }}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-41800" y="3429000"/>
            <a:ext cx="4613700" cy="34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{{ 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london_map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}}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530300" y="3429000"/>
            <a:ext cx="4613700" cy="34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{{ 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new_york_map</a:t>
            </a: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}}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328150" y="0"/>
            <a:ext cx="1815900" cy="8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{{ title }}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5273800" y="1267350"/>
            <a:ext cx="2953800" cy="17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{{ description }}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