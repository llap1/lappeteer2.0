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450375" y="1258125"/>
            <a:ext cx="2867100" cy="243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 sz="3000"/>
              <a:t>{{ מפה:map }}</a:t>
            </a:r>
            <a:endParaRPr sz="3000"/>
          </a:p>
        </p:txBody>
      </p:sp>
      <p:sp>
        <p:nvSpPr>
          <p:cNvPr id="55" name="Google Shape;55;p13"/>
          <p:cNvSpPr txBox="1"/>
          <p:nvPr/>
        </p:nvSpPr>
        <p:spPr>
          <a:xfrm>
            <a:off x="3369925" y="27600"/>
            <a:ext cx="2643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>
                <a:solidFill>
                  <a:schemeClr val="dk2"/>
                </a:solidFill>
              </a:rPr>
              <a:t>כותרת: {{ כותרת:text 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171225" y="334725"/>
            <a:ext cx="2643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>
                <a:solidFill>
                  <a:schemeClr val="dk2"/>
                </a:solidFill>
              </a:rPr>
              <a:t>תיאור: </a:t>
            </a:r>
            <a:r>
              <a:rPr lang="iw" sz="1800">
                <a:solidFill>
                  <a:schemeClr val="dk2"/>
                </a:solidFill>
              </a:rPr>
              <a:t>{{ תיאור:text }}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125" y="4076975"/>
            <a:ext cx="9144000" cy="10665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3"/>
          <p:cNvSpPr txBox="1"/>
          <p:nvPr>
            <p:ph type="ctrTitle"/>
          </p:nvPr>
        </p:nvSpPr>
        <p:spPr>
          <a:xfrm>
            <a:off x="5009775" y="1354350"/>
            <a:ext cx="2867100" cy="2434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1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w" sz="3000"/>
              <a:t>{{ מפה:map }}</a:t>
            </a:r>
            <a:endParaRPr sz="3000"/>
          </a:p>
        </p:txBody>
      </p:sp>
      <p:sp>
        <p:nvSpPr>
          <p:cNvPr id="59" name="Google Shape;59;p13"/>
          <p:cNvSpPr txBox="1"/>
          <p:nvPr/>
        </p:nvSpPr>
        <p:spPr>
          <a:xfrm>
            <a:off x="6451150" y="235000"/>
            <a:ext cx="2643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iw" sz="1800">
                <a:solidFill>
                  <a:schemeClr val="dk2"/>
                </a:solidFill>
              </a:rPr>
              <a:t>כותרת: {{ כותרת:text }}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