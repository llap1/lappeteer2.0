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" roundtripDataSignature="AMtx7mhocI4TQZvHwVFNfhoFMvrF8kP9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57200" y="45720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{{coordinate}} :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{{מזהה תמונה}}</a:t>
            </a:r>
            <a:endParaRPr/>
          </a:p>
        </p:txBody>
      </p:sp>
      <p:pic>
        <p:nvPicPr>
          <p:cNvPr descr="original_image.pn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82880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2: Multiple Images</a:t>
            </a:r>
            <a:endParaRPr/>
          </a:p>
        </p:txBody>
      </p:sp>
      <p:pic>
        <p:nvPicPr>
          <p:cNvPr descr="original_image.png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0"/>
            <a:ext cx="36576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iginal_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828800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3: No Images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slide has no images to replace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