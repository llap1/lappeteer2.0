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" roundtripDataSignature="AMtx7mhE/MHrii3r0ruFw+o0c8jnfvOn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0"/>
            <a:ext cx="4613700" cy="3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 paris_map }}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-41800" y="3429000"/>
            <a:ext cx="4613700" cy="3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 london_map }}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530300" y="1092550"/>
            <a:ext cx="4613700" cy="5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 new_york_map }}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7328150" y="0"/>
            <a:ext cx="18159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 title }}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374350" y="95825"/>
            <a:ext cx="2953800" cy="8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{{ description }}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